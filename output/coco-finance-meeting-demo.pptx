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c8433577f640d2" /><Relationship Type="http://schemas.openxmlformats.org/officeDocument/2006/relationships/extended-properties" Target="/docProps/app.xml" Id="Rc3594379a5e44848" /><Relationship Type="http://schemas.openxmlformats.org/officeDocument/2006/relationships/officeDocument" Target="/ppt/presentation.xml" Id="Rd4c7c3adb3454d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dbf841f61c4d91"/>
  </p:sldMasterIdLst>
  <p:notesMasterIdLst>
    <p:notesMasterId xmlns:r="http://schemas.openxmlformats.org/officeDocument/2006/relationships" r:id="Rbcce0ce686dd49a0"/>
  </p:notesMasterIdLst>
  <p:sldIdLst>
    <p:sldId xmlns:r="http://schemas.openxmlformats.org/officeDocument/2006/relationships" id="256" r:id="R82bd2371ea3843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3fe05dfc664dda" /><Relationship Type="http://schemas.openxmlformats.org/officeDocument/2006/relationships/slideMaster" Target="/ppt/slideMasters/slideMaster1.xml" Id="R1fdbf841f61c4d91" /><Relationship Type="http://schemas.openxmlformats.org/officeDocument/2006/relationships/notesMaster" Target="/ppt/notesMasters/notesMaster1.xml" Id="Rbcce0ce686dd49a0" /><Relationship Type="http://schemas.openxmlformats.org/officeDocument/2006/relationships/presProps" Target="/ppt/presProps.xml" Id="R17d09ac52c1144ad" /><Relationship Type="http://schemas.openxmlformats.org/officeDocument/2006/relationships/tableStyles" Target="/ppt/tableStyles.xml" Id="Rb0fb6df4e5074e2f" /><Relationship Type="http://schemas.openxmlformats.org/officeDocument/2006/relationships/slide" Target="/ppt/slides/slide1.xml" Id="R82bd2371ea3843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d1668ed23e42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8cd26367684fee" /><Relationship Type="http://schemas.openxmlformats.org/officeDocument/2006/relationships/notesMaster" Target="/ppt/notesMasters/notesMaster1.xml" Id="R4868db9472b941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finance demo scenario and validated CoCo prompts. Demo database: DEMO_FINANCE.PUBLIC.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9e039ea3d4c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a78127f78c4488" /><Relationship Type="http://schemas.openxmlformats.org/officeDocument/2006/relationships/slideLayout" Target="/ppt/slideLayouts/slideLayout1.xml" Id="Ra0f6de3b24954f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f6de3b24954f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37a5c71624954" /><Relationship Type="http://schemas.openxmlformats.org/officeDocument/2006/relationships/notesSlide" Target="/ppt/notesSlides/notesSlide1.xml" Id="R58e37138de1b49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12A4C0-3213-47B6-9646-8CEA3FDE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A2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2D706-7DFD-4A0B-B598-30CF422E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D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3D35"/>
                </a:solidFill>
                <a:latin typeface="Helvetica Neue"/>
                <a:ea typeface="Helvetica Neue"/>
                <a:cs typeface="Helvetica Neue"/>
              </a:rPr>
              <a:t>Q3 2024 Finance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36CC2-CDAB-4791-875F-DF5ED86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9736B"/>
                </a:solidFill>
                <a:latin typeface="Helvetica Neue"/>
                <a:ea typeface="Helvetica Neue"/>
                <a:cs typeface="Helvetica Neue"/>
              </a:rPr>
              <a:t>Live meeting demo: ask CoCo a question, then review the Snowflake-backed answer beside the transcript.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6C33C-F126-43BB-9D0A-6FB81147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8DBC7-BC51-44C6-BFE1-5AA60EDB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736B"/>
                </a:solidFill>
                <a:latin typeface="Helvetica Neue"/>
                <a:ea typeface="Helvetica Neue"/>
                <a:cs typeface="Helvetica Neue"/>
              </a:rPr>
              <a:t>Discussion prompts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F015A-9EAC-450F-8736-9A344888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C3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475D7-9824-4142-B3DA-AF105AA3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91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0F344-2394-4DC0-8811-2CB1C272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C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C34"/>
                </a:solidFill>
                <a:latin typeface="Helvetica Neue"/>
                <a:ea typeface="Helvetica Neue"/>
                <a:cs typeface="Helvetica Neue"/>
              </a:rPr>
              <a:t>Customer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93977-2E9D-432B-944A-B1967F0B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D68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4D6860"/>
                </a:solidFill>
                <a:latin typeface="Helvetica Neue"/>
                <a:ea typeface="Helvetica Neue"/>
                <a:cs typeface="Helvetica Neue"/>
              </a:rPr>
              <a:t>“CoCo, how many customers are in the demo database? Return one number only.”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3D3D8-3474-4F09-B3D6-895D0200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C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1949E-F6E4-4849-92AA-111F40ED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91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6A03E-D386-4BFE-90B6-DB4B882B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814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C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C34"/>
                </a:solidFill>
                <a:latin typeface="Helvetica Neue"/>
                <a:ea typeface="Helvetica Neue"/>
                <a:cs typeface="Helvetica Neue"/>
              </a:rPr>
              <a:t>February spending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0A821-317D-48C2-9698-0872E5C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D68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4D6860"/>
                </a:solidFill>
                <a:latin typeface="Helvetica Neue"/>
                <a:ea typeface="Helvetica Neue"/>
                <a:cs typeface="Helvetica Neue"/>
              </a:rPr>
              <a:t>“CoCo, for February 2024, return the category with the largest positive actual-spend-minus-budget variance. Format: category | actual | budget | variance.”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2ECC8-FC7B-47A1-8BEF-188F3F5C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C3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1C5CF-9913-44AA-B4C3-E97FF094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91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B386C-413C-4E5A-866C-7B47BBC9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C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C34"/>
                </a:solidFill>
                <a:latin typeface="Helvetica Neue"/>
                <a:ea typeface="Helvetica Neue"/>
                <a:cs typeface="Helvetica Neue"/>
              </a:rPr>
              <a:t>Q3 revenue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7EA9C-126A-4BC4-9B87-28AE8936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816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783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D68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4D6860"/>
                </a:solidFill>
                <a:latin typeface="Helvetica Neue"/>
                <a:ea typeface="Helvetica Neue"/>
                <a:cs typeface="Helvetica Neue"/>
              </a:rPr>
              <a:t>“CoCo, in REVENUE_PLAN for fiscal quarter 2024-Q3, return the geography with the largest actual-revenue-minus-plan variance. Format: geography | actual | plan | variance.”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C3DB28-1498-4311-AEF8-BF71BFBA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3333750" cy="40767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43D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1A1F2-37C6-4DFE-BD9C-5CA9EF19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EA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9EAE3"/>
                </a:solidFill>
                <a:latin typeface="Helvetica Neue"/>
                <a:ea typeface="Helvetica Neue"/>
                <a:cs typeface="Helvetica Neue"/>
              </a:rPr>
              <a:t>CoCo Meeting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3C6AD-6B18-44EC-8D88-4EB17CA1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2524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2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Live finance answers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from the meeting transcript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57058-907B-46D5-B511-9F95DE43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A2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48AE1-2437-4F6D-8ACF-724BB61A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719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A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9EAE3"/>
                </a:solidFill>
                <a:latin typeface="Helvetica Neue"/>
                <a:ea typeface="Helvetica Neue"/>
                <a:cs typeface="Helvetica Neue"/>
              </a:rPr>
              <a:t>Connected to DEMO_FINANCE</a:t>
            </a:r>
          </a:p>
          <a:p xmlns:a="http://schemas.openxmlformats.org/drawingml/2006/main">
            <a:pPr>
              <a:defRPr sz="1275">
                <a:solidFill>
                  <a:srgbClr val="D9EA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9EAE3"/>
                </a:solidFill>
                <a:latin typeface="Helvetica Neue"/>
                <a:ea typeface="Helvetica Neue"/>
                <a:cs typeface="Helvetica Neue"/>
              </a:rPr>
              <a:t>Read-only SQL access</a:t>
            </a:r>
          </a:p>
          <a:p xmlns:a="http://schemas.openxmlformats.org/drawingml/2006/main">
            <a:pPr>
              <a:defRPr sz="1275">
                <a:solidFill>
                  <a:srgbClr val="D9EAE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D9EAE3"/>
                </a:solidFill>
                <a:latin typeface="Helvetica Neue"/>
                <a:ea typeface="Helvetica Neue"/>
                <a:cs typeface="Helvetica Neue"/>
              </a:rPr>
              <a:t>Answers appear in the web 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D4ABC-1F15-4D43-8119-A8A6DBD9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F827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6F827C"/>
                </a:solidFill>
                <a:latin typeface="Helvetica Neue"/>
                <a:ea typeface="Helvetica Neue"/>
                <a:cs typeface="Helvetica Neue"/>
              </a:rPr>
              <a:t>Demo data only. CoCo is limited to read-only Snowflake SQL.</a:t>
            </a:r>
          </a:p>
        </p:txBody>
      </p:sp>
    </p:spTree>
    <p:extLst>
      <p:ext uri="{BB962C8B-B14F-4D97-AF65-F5344CB8AC3E}">
        <p14:creationId xmlns:p14="http://schemas.microsoft.com/office/powerpoint/2010/main" val="1680467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2026-10-02T23:46:07.5890000Z</dcterms:created>
  <dcterms:modified xsi:type="dcterms:W3CDTF">2026-10-02T23:46:07.5890000Z</dcterms:modified>
</coreProperties>
</file>