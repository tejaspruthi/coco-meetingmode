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06e7190d74f16" /><Relationship Type="http://schemas.openxmlformats.org/officeDocument/2006/relationships/extended-properties" Target="/docProps/app.xml" Id="Rf9d672fc7bc54a0c" /><Relationship Type="http://schemas.openxmlformats.org/officeDocument/2006/relationships/officeDocument" Target="/ppt/presentation.xml" Id="R1800cb8273d4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5a6e4f6f44cfd"/>
  </p:sldMasterIdLst>
  <p:notesMasterIdLst>
    <p:notesMasterId xmlns:r="http://schemas.openxmlformats.org/officeDocument/2006/relationships" r:id="R40026575136a447a"/>
  </p:notesMasterIdLst>
  <p:sldIdLst>
    <p:sldId xmlns:r="http://schemas.openxmlformats.org/officeDocument/2006/relationships" id="256" r:id="R6a474fd85e77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8beb1389b94857" /><Relationship Type="http://schemas.openxmlformats.org/officeDocument/2006/relationships/slideMaster" Target="/ppt/slideMasters/slideMaster1.xml" Id="Re6d5a6e4f6f44cfd" /><Relationship Type="http://schemas.openxmlformats.org/officeDocument/2006/relationships/notesMaster" Target="/ppt/notesMasters/notesMaster1.xml" Id="R40026575136a447a" /><Relationship Type="http://schemas.openxmlformats.org/officeDocument/2006/relationships/presProps" Target="/ppt/presProps.xml" Id="Rd750ae5306594f1f" /><Relationship Type="http://schemas.openxmlformats.org/officeDocument/2006/relationships/tableStyles" Target="/ppt/tableStyles.xml" Id="R024aa5bb1e3a493a" /><Relationship Type="http://schemas.openxmlformats.org/officeDocument/2006/relationships/slide" Target="/ppt/slides/slide1.xml" Id="R6a474fd85e77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372794034e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d67dcfcc9a4b2c" /><Relationship Type="http://schemas.openxmlformats.org/officeDocument/2006/relationships/notesMaster" Target="/ppt/notesMasters/notesMaster1.xml" Id="R8fc736c60e11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finance demo scenario and validated CoCo prompts. Demo database: DEMO_FINANCE.PUBLIC.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359b9000f41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aa7c7f382c4f7f" /><Relationship Type="http://schemas.openxmlformats.org/officeDocument/2006/relationships/slideLayout" Target="/ppt/slideLayouts/slideLayout1.xml" Id="R4ae2bf8a7f04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e2bf8a7f04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431f763b546bf" /><Relationship Type="http://schemas.openxmlformats.org/officeDocument/2006/relationships/notesSlide" Target="/ppt/notesSlides/notesSlide1.xml" Id="R40491073073447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04122-F7E2-4D17-AB8C-6C8838A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96D6C-C4EF-4B86-BC97-A05F6CD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3D35"/>
                </a:solidFill>
                <a:latin typeface="Helvetica Neue"/>
                <a:ea typeface="Helvetica Neue"/>
                <a:cs typeface="Helvetica Neue"/>
              </a:rPr>
              <a:t>Q3 2024 Finance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FF99F-5C2D-4BC7-8636-5435166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9736B"/>
                </a:solidFill>
                <a:latin typeface="Helvetica Neue"/>
                <a:ea typeface="Helvetica Neue"/>
                <a:cs typeface="Helvetica Neue"/>
              </a:rPr>
              <a:t>Live meeting demo: ask CoCo a question, then review the Snowflake-backed answer beside the transcript.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B0443-68F8-4F2C-8E7C-64CB450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97E44-3F95-454F-862D-19DB752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736B"/>
                </a:solidFill>
                <a:latin typeface="Helvetica Neue"/>
                <a:ea typeface="Helvetica Neue"/>
                <a:cs typeface="Helvetica Neue"/>
              </a:rPr>
              <a:t>Discussion prompts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0CA15-6D7F-4698-9E12-07450731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89FF-F9F8-4887-8942-490C4B6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56731-DA0B-49C4-B4D1-FD119F19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Customer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DCB23-BD08-4FF8-9059-03E75D6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how many customers are in the demo database? Return one number only.”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012DB-ADD4-4BC6-8089-C6F91EF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A5120-3DFB-47B3-819E-A4C0ECD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B30A-12B4-441C-86ED-8927ACA4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February spending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362AA-AE40-4D6E-9F82-14532DAD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for February 2024, return the category with the largest positive actual-spend-minus-budget variance. Format: category | actual | budget | variance.”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296B7-0269-4CA1-A1B0-3C1D7326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8A0C6-CBFE-40D3-8D3E-5958AC1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86908-87A9-4EC9-9906-C9153E7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Q3 revenue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6DF0F-981D-44BE-A922-9706D2B9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8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in REVENUE_PLAN for fiscal quarter 2024-Q3, return the geography with the largest actual-revenue-minus-plan variance. Format: geography | actual | plan | variance.”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89841-C7FD-4FE7-9747-10D9BDC9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333750" cy="40767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43D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987E2-1E94-417B-8249-5933EAB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CoCo Meeting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587BF-70A6-4FF2-BC34-0DDD651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524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2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finance answers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the meeting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D980D-8D32-4DD1-BB8A-5314406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2ADFE-701C-49C7-992E-C8E6D55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Connected to DEMO_FINANCE</a:t>
            </a:r>
          </a:p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Read-only SQL access</a:t>
            </a:r>
          </a:p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Answers appear in the web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8D24C-F108-4FBD-B34E-F0EF436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82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F827C"/>
                </a:solidFill>
                <a:latin typeface="Helvetica Neue"/>
                <a:ea typeface="Helvetica Neue"/>
                <a:cs typeface="Helvetica Neue"/>
              </a:rPr>
              <a:t>Demo data only. CoCo is limited to read-only Snowflake SQL.</a:t>
            </a:r>
          </a:p>
        </p:txBody>
      </p:sp>
    </p:spTree>
    <p:extLst>
      <p:ext uri="{BB962C8B-B14F-4D97-AF65-F5344CB8AC3E}">
        <p14:creationId xmlns:p14="http://schemas.microsoft.com/office/powerpoint/2010/main" val="1417188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2026-10-02T23:47:20.6720000Z</dcterms:created>
  <dcterms:modified xsi:type="dcterms:W3CDTF">2026-10-02T23:47:20.6720000Z</dcterms:modified>
</coreProperties>
</file>